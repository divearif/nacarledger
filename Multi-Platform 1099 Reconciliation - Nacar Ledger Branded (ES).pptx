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icon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85800"/>
            <a:ext cx="1371600" cy="12893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3317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Tengo 1099s de Cinco Plataformas Distintas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31520" y="29718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¿Estoy Reportando Esto Bien?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3794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7D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Conciliar Varios 1099s Sin Contar Dos Veces (o Perder) Tu Ingreso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166360" y="4434840"/>
            <a:ext cx="1828800" cy="0"/>
          </a:xfrm>
          <a:prstGeom prst="line">
            <a:avLst/>
          </a:prstGeom>
          <a:noFill/>
          <a:ln w="19050">
            <a:solidFill>
              <a:srgbClr val="C9A97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617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guía en lenguaje sencillo para creadores que cobran en varias plataformas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7F90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  |  Consultoría Financiera y Operativa  |  Providence, RI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502920" cy="0"/>
          </a:xfrm>
          <a:prstGeom prst="line">
            <a:avLst/>
          </a:prstGeom>
          <a:noFill/>
          <a:ln w="25400">
            <a:solidFill>
              <a:srgbClr val="8C7A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601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NOTA ANTES DE EMPEZAR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guía se ofrece únicamente con fines educativos generales y no es asesoría fiscal, legal, ni contable para tu situación específica. Cómo se concilian los 1099s, los pagos de plataformas, y los pagos de marcas depende de los detalles de cada arreglo.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aquí reemplaza una conversación con un CPA o preparador de impuestos calificado sobre tu propio ingreso. En Nácar &amp; Ledger con gusto podemos conversar sobre cómo esto aplica a tu negocio de creador específico.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9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EXISTE ESTA LISTA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Cobrar en cinco plataformas se siente como... simplemente cobrar.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Deja de sentirse sencillo en el momento en que aparecen cinco 1099s distintos, y ninguno coincide con lo que creías haber ganado.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288036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081F33"/>
          </a:solidFill>
          <a:ln w="9525">
            <a:solidFill>
              <a:srgbClr val="8C7A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1089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Ingreso contado dos veces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794760"/>
            <a:ext cx="2880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marca paga a través de PayPal, y tanto la marca como PayPal lo reportan — el mismo dólar aparece en dos formularios a menos que alguien lo detecte.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288036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081F33"/>
          </a:solidFill>
          <a:ln w="9525">
            <a:solidFill>
              <a:srgbClr val="8C7A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31089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Ingreso faltante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09160" y="3794760"/>
            <a:ext cx="2880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toda plataforma emite un 1099. Los pagos siguen siendo gravables sin importar si llega un formulario.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2880360"/>
            <a:ext cx="3429000" cy="2606040"/>
          </a:xfrm>
          <a:prstGeom prst="roundRect">
            <a:avLst>
              <a:gd name="adj" fmla="val 2807"/>
            </a:avLst>
          </a:prstGeom>
          <a:solidFill>
            <a:srgbClr val="081F33"/>
          </a:solidFill>
          <a:ln w="9525">
            <a:solidFill>
              <a:srgbClr val="8C7A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31089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declaración que no coincide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0" y="3794760"/>
            <a:ext cx="2880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8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IRS compara automáticamente los totales de los 1099 contra tu declaración — una brecha entre los dos es lo que realmente activa un aviso.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94360"/>
            <a:ext cx="1005840" cy="100584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" y="512064"/>
            <a:ext cx="1170432" cy="117043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65960" y="50292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Asumir Que Sin 1099 No Hay Ingreso Gravable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069848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pagó durante el año pero nunca envió un 1099, así que el ingreso no se reporta en absoluto.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SUCEDE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fácil tratar el formulario como el disparador de los impuestos, en vez del pago en sí mismo.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CUESTA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53035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B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umbral del 1099 es una regla de reporte para la plataforma, no una regla de gravabilidad para ti — cada dólar ganado sigue siendo reportable, con o sin formulario.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94360"/>
            <a:ext cx="1005840" cy="100584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" y="512064"/>
            <a:ext cx="1170432" cy="117043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65960" y="50292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Contar Dos Veces el Mismo Pago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069848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trato con una marca se reporta una vez por la marca en un 1099-NEC, y otra vez por el procesador de pagos que movió el dinero en un 1099-K.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SUCEDE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lado de la transacción reporta lo que vio — nadie arriba está verificando si el otro lado ya lo reportó también.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CUESTA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53035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B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ambos formularios tal cual hace que el mismo ingreso se grave dos veces, o que los totales dejen de coincidir con lo que realmente ganaste.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94360"/>
            <a:ext cx="1005840" cy="100584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" y="512064"/>
            <a:ext cx="1170432" cy="117043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65960" y="50292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Tratar los Totales del 1099-K Como Pago Neto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069848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número en el 1099-K se reporta como ingreso exactamente como aparece impreso, sin ningún ajuste.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SUCEDE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único número que te dio la plataforma, así que parece la respuesta final.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CUESTA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53035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B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totales del 1099-K son brutos, antes de tarifas de plataforma, reembolsos, y contracargos — reportar la cifra bruta sin restar eso infla tu ingreso.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94360"/>
            <a:ext cx="1005840" cy="100584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" y="512064"/>
            <a:ext cx="1170432" cy="117043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65960" y="50292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Perder la Cuenta de Qué Plataforma Reporta Qué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069848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Algunas plataformas emiten un 1099-NEC, otras un 1099-K, otras no emiten nada — y para la época de impuestos, nadie recuerda cuál es cuál.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SUCEDE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plataforma tiene su propio umbral y su propio formulario, y ninguna está obligada a explicarte la diferencia.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CUESTA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53035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B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una lista continua, conciliar cinco formularios distintos solo de memoria es donde ocurren los errores — tanto ingreso perdido como conteo doble.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94360"/>
            <a:ext cx="1005840" cy="100584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" y="512064"/>
            <a:ext cx="1170432" cy="117043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65960" y="50292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Mezclar Aplicaciones de Pago de Negocio y Personales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069848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cuenta de Venmo o Cash App recibe pagos de plataformas, regalos de seguidores, y la mitad de la renta de un compañero de cuarto.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SUCEDE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una cuenta separada para el ingreso de creador se siente excesivo cuando los pagos empezaron pequeños.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CUESTA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53035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B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transferencias personales pueden terminar incluidas en un 1099-K por error, y el ingreso real puede perderse entre transacciones personales — ambas direcciones son costosas de desenredar después.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94360"/>
            <a:ext cx="1005840" cy="100584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" y="512064"/>
            <a:ext cx="1170432" cy="117043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965960" y="502920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Nunca Conciliar el Total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10698480" cy="0"/>
          </a:xfrm>
          <a:prstGeom prst="line">
            <a:avLst/>
          </a:prstGeom>
          <a:noFill/>
          <a:ln w="12700">
            <a:solidFill>
              <a:srgbClr val="E4DC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1099 se ingresa en la declaración conforme llega, sin ningún paso que los sume contra lo que realmente se ganó.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SUCEDE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se siente terminado una vez que cada formulario se ha escrito en algún lugar — la conciliación se siente como un paso extra que nadie pidió.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CUESTA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53035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B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total contra el cual verificar, no hay forma de saber si los formularios están completos, correctos, o libres de duplicados hasta que el IRS lo señale primero.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Se Activa Realmente Esta Trampa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1099s sin conciliar se resuelven de una de dos maneras — y una es mucho más costosa que la otra.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7F2EA"/>
          </a:solidFill>
          <a:ln w="12700">
            <a:solidFill>
              <a:srgbClr val="8C7A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0116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CAMINO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233172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Tú Lo Concilias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560" y="306324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Sumas cada 1099 y pago de plataforma antes de presentar, detectas el duplicado o la brecha, y ajustas la declaración antes de enviarla.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051560" y="4343400"/>
            <a:ext cx="4434840" cy="0"/>
          </a:xfrm>
          <a:prstGeom prst="line">
            <a:avLst/>
          </a:prstGeom>
          <a:noFill/>
          <a:ln w="9525">
            <a:solidFill>
              <a:srgbClr val="8C7A54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051560" y="452628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8C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corrección ocurre en silencio, en tu propio calendario, sin nadie más involucrado.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55080" y="178308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7F2EA"/>
          </a:solidFill>
          <a:ln w="12700">
            <a:solidFill>
              <a:srgbClr val="B866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0116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6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CAMINO 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0" y="233172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IRS Lo Concilia por Ti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675120" y="3063240"/>
            <a:ext cx="4434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 automatizado de comparación del IRS compara cada 1099 presentado bajo tu nombre con lo que reportó tu declaración — y marca la diferencia.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75120" y="4343400"/>
            <a:ext cx="4434840" cy="0"/>
          </a:xfrm>
          <a:prstGeom prst="line">
            <a:avLst/>
          </a:prstGeom>
          <a:noFill/>
          <a:ln w="9525">
            <a:solidFill>
              <a:srgbClr val="B8664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675120" y="452628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B86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desajuste genera un aviso (comúnmente un CP2000), proponiendo impuesto adicional, multas, e intereses — e invitando una mirada más cercana al resto de la declaración.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Solución Es Casi Siempre la Misma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594360" cy="59436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" y="1426464"/>
            <a:ext cx="758952" cy="75895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448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Lleva un registro continuo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cada pago por plataforma y fecha conforme llega, no solo en época de impuestos.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94360" cy="59436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35624" y="1426464"/>
            <a:ext cx="758952" cy="75895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04088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 1099 con tu registro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040880" y="19202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lleguen los formularios, verifica cada uno contra lo que ya registraste.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594360" cy="59436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" y="3026664"/>
            <a:ext cx="758952" cy="75895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554480" y="3063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Reporta ingreso, con o sin 1099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54480" y="35204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registro determina qué es gravable — el formulario es solo papeleo.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3108960"/>
            <a:ext cx="594360" cy="59436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35624" y="3026664"/>
            <a:ext cx="758952" cy="75895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3108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040880" y="3063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Detecta ingreso duplicado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040880" y="35204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marca y un procesador de pagos reportan la misma transacción, márcalo antes de presentarlo dos veces.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4709160"/>
            <a:ext cx="594360" cy="59436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" y="4626864"/>
            <a:ext cx="758952" cy="75895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709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554480" y="4663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Resta las tarifas por separado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554480" y="51206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las cifras brutas como punto de partida, no como respuesta final — resta lo que la plataforma realmente se quedó.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0" y="4709160"/>
            <a:ext cx="594360" cy="594360"/>
          </a:xfrm>
          <a:prstGeom prst="ellipse">
            <a:avLst/>
          </a:prstGeom>
          <a:solidFill>
            <a:srgbClr val="C9A97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35624" y="4626864"/>
            <a:ext cx="758952" cy="758952"/>
          </a:xfrm>
          <a:prstGeom prst="ellipse">
            <a:avLst/>
          </a:prstGeom>
          <a:ln w="15875">
            <a:solidFill>
              <a:srgbClr val="C9A97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4709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040880" y="4663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 el pago de creador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040880" y="51206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Mantén una cuenta dedicada para todo lo relacionado con plataformas, para que nada se pierda en ninguna dirección.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NÁCAR &amp; LEDGER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_icon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40080"/>
            <a:ext cx="1371600" cy="12893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2402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Haz Que Tus Números Coincidan Antes de Que el IRS Revise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645920" y="3108960"/>
            <a:ext cx="8869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D8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conciliación limpia entre todas las plataformas es una de las acciones de mayor impacto que un creador multi-plataforma puede establecer — antes de que un aviso de desajuste lo haga por ti.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166360" y="4114800"/>
            <a:ext cx="1828800" cy="0"/>
          </a:xfrm>
          <a:prstGeom prst="line">
            <a:avLst/>
          </a:prstGeom>
          <a:noFill/>
          <a:ln w="19050">
            <a:solidFill>
              <a:srgbClr val="C9A97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434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NÁCAR &amp; LEDGER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4937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Consultoría Financiera y Operativa para los Pequeños Negocios de Providence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00" kern="0" dirty="0">
                <a:solidFill>
                  <a:srgbClr val="C7D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nacarledger@outlook.com   |   nacarledger.com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2026-07-14T17:00:57Z</dcterms:created>
  <dcterms:modified xsi:type="dcterms:W3CDTF">2026-07-14T17:00:57Z</dcterms:modified>
</cp:coreProperties>
</file>