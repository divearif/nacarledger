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85800"/>
            <a:ext cx="1371600" cy="1289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331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Soy el Único Dueño de Mi LLC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2971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Me Pago a Mí Mismo?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Correcta de Tomar Retiros de una LLC de Un Solo Miembro (y Dónde Se Equivocan los Dueños)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66360" y="4434840"/>
            <a:ext cx="1828800" cy="0"/>
          </a:xfrm>
          <a:prstGeom prst="line">
            <a:avLst/>
          </a:prstGeom>
          <a:noFill/>
          <a:ln w="19050">
            <a:solidFill>
              <a:srgbClr val="C9A9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práctica para dueños de negocio primerizos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7F9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  |  Consultoría Financiera y Operativa  |  Providence, 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502920" cy="0"/>
          </a:xfrm>
          <a:prstGeom prst="line">
            <a:avLst/>
          </a:prstGeom>
          <a:noFill/>
          <a:ln w="25400">
            <a:solidFill>
              <a:srgbClr val="8C7A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NOTA ANTES DE EMPEZAR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se ofrece únicamente con fines educativos generales y no constituye asesoría fiscal, legal, ni contable para ningún individuo o entidad en particular. El tratamiento de los retiros del dueño, el impuesto de trabajo por cuenta propia, y los pagos estimados depende en gran medida de las circunstancias específicas de cada negocio — lo que aplica a un dueño puede no aplicar a otro.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en esta presentación debe reemplazar la consulta con un contador público certificado (CPA), asesor fiscal, o abogado calificado sobre tu situación específica. En Nácar &amp; Ledger con gusto podemos conversar sobre cómo estos temas podrían aplicar directamente a tu negocio.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EXISTE ESTA LISTA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Sacar dinero de tu propia LLC se siente sencillo — es tu negocio, es tu dinero.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Deja de sentirse sencillo la primera vez que debes más impuestos de lo que apartaste, o llega un aviso estatal preguntando por qué nunca se presentó nada.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081F33"/>
          </a:solidFill>
          <a:ln w="9525">
            <a:solidFill>
              <a:srgbClr val="8C7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Impuestos subpagados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79476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retiros no son salario — nadie retiene nada por ti. Si te saltas el cálculo del impuesto de trabajo por cuenta propia, la cuenta llega de golpe, más multas por pagar tarde.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081F33"/>
          </a:solidFill>
          <a:ln w="9525">
            <a:solidFill>
              <a:srgbClr val="8C7A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Fondos mezclados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9160" y="379476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cuenta para todo hace imposible saber qué es realmente un gasto de negocio — y eso es exactamente lo primero que busca un examinador.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081F33"/>
          </a:solidFill>
          <a:ln w="9525">
            <a:solidFill>
              <a:srgbClr val="8C7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Presentaciones estatales perdidas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379476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y MA esperan presentaciones y cuotas continuas solo para que la LLC exista. La mayoría de los dueños primerizos nunca se enteran hasta que algo está vencido.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Tratar los Retiros Como un Salario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se mueve de la cuenta del negocio a una cuenta personal, y no se aparta nada — se gasta todo como si fuera sueldo neto.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trabajo W-2 te enseña a esperar que los impuestos ya están manejados. Un retiro de LLC no funciona así, y nadie te lo dice en el banco.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época de impuestos, debes impuesto de trabajo por cuenta propia e impuesto sobre la renta sobre el monto completo — sin nada de sobra para pagarlo.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Calendario ni Monto Regular de Retiro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retiros ocurren cuando se necesita efectivo — $500 una semana, $3,000 la siguiente, sin ningún patrón consistente.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 departamento de RRHH estableciendo un salario, así que el monto se vuelve lo que se sienta disponible ese día.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número consistente, no hay forma de estimar lo que realmente debes — así que los pagos trimestrales se saltan o se adivinan.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Retiros Sacados de una Cuenta Mezclada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cuenta del negocio y la personal son la misma cuenta — o el dinero se mueve constantemente entre ambas.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una segunda cuenta se siente como un paso extra cuando el negocio es lo suficientemente pequeño para llevarlo “en la cabeza.”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protección de responsabilidad que se supone debe dar una LLC se debilita rápido en cuanto el dinero personal y de negocio no se pueden distinguir.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Saltarse los Impuestos Estimados Trimestrales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impuestos solo se pagan una vez al año, en la época de presentación, en un solo pago.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envía una factura por los estimados trimestrales como un arrendador envía un aviso de renta — depende del dueño saber que esas fechas existen.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IRS y el estado cobran multas por pago insuficiente en los meses en que el dinero debió pagarse, incluso si el monto completo se paga para abril.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Registrar los Retiros Como Gasto del Negocio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retiros del dueño se registran en los libros como “salario,” “pago a contratista,” u otra categoría de gasto en vez de un retiro de capital.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siente como un gasto — salió dinero de la cuenta — así que se archiva igual que cualquier otro pago saliente.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ganancia se ve artificialmente más baja de lo que es, lo cual distorsiona todo lo demás — solicitudes de préstamo, estimados de impuestos, y tu propia percepción de cómo va el negocio.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Presentaciones y Cuotas Estatales Faltantes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presenta el reporte anual, y la cuota mínima estatal de la LLC queda sin pagar, a veces por años.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formación se sintió como la meta final. Nadie mencionó que hay un calendario de presentaciones continuo que empieza el año siguiente.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multas por atraso se acumulan, y tanto en Rhode Island como en Massachusetts, una LLC que se atrasa demasiado puede disolverse administrativamente sin mucho aviso.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Activa Realmente Esta Trampa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retiros descuidados se resuelven de una de dos maneras — y una es mucho más costosa que la otra.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7F2EA"/>
          </a:solidFill>
          <a:ln w="12700">
            <a:solidFill>
              <a:srgbClr val="8C7A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 Mismo lo Descubres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la brecha antes de presentar — una carrera para reconstruir el año, pero sigue siendo tu calendario y tus términos.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51560" y="4343400"/>
            <a:ext cx="4434840" cy="0"/>
          </a:xfrm>
          <a:prstGeom prst="line">
            <a:avLst/>
          </a:prstGeom>
          <a:noFill/>
          <a:ln w="9525">
            <a:solidFill>
              <a:srgbClr val="8C7A5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51560" y="45262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8C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que aún debas una multa por pago insuficiente por los trimestres que te saltaste, pero el número es menor y la solución es sencilla.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7F2EA"/>
          </a:solidFill>
          <a:ln w="12700">
            <a:solidFill>
              <a:srgbClr val="B866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3317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Estado o el IRS lo Descubre Primero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75120" y="30632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un aviso — reportes no presentados, una alerta de pago insuficiente, o una declaración que no coincide con los depósitos que un examinador puede ver.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75120" y="4343400"/>
            <a:ext cx="4434840" cy="0"/>
          </a:xfrm>
          <a:prstGeom prst="line">
            <a:avLst/>
          </a:prstGeom>
          <a:noFill/>
          <a:ln w="9525">
            <a:solidFill>
              <a:srgbClr val="B8664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675120" y="45262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son impuestos atrasados, multas, e intereses en su calendario — y una mirada mucho más cercana a todo lo demás en la declaración.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 Es Casi Siempre la Misma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" y="14264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Fija tu monto de retiro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número consistente que puedas sostener, y revísalo cada trimestre.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35624" y="14264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04088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Abre una cuenta separada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0880" y="1920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retiro se mueve de ahí a tu cuenta personal — nunca directamente de un fondo compartido.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30266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5448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Aparta para impuestos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5204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porcentaje simple apartado en el momento del retiro es mejor que buscarlo en abril.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1089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35624" y="30266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04088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 estimados trimestrales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40880" y="35204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y estatal — marca las cuatro fechas y trátalas como cualquier otra factura.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7091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46268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55448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 retiros al capital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54480" y="5120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limpio el estado de resultados para que refleje cómo va realmente el negocio.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7091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35624" y="46268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04088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Conoce el calendario estatal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040880" y="5120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y MA tienen requisitos anuales — pon las fechas donde realmente las veas.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40080"/>
            <a:ext cx="1371600" cy="1289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2402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Acierta en Esto Antes de que Te Cueste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645920" y="31089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D8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forma limpia y consistente de pagarte a ti mismo es una de las acciones de mayor impacto que un dueño primerizo puede establecer — antes de que un trimestre olvidado o un aviso estatal tome la decisión por ti.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166360" y="4114800"/>
            <a:ext cx="1828800" cy="0"/>
          </a:xfrm>
          <a:prstGeom prst="line">
            <a:avLst/>
          </a:prstGeom>
          <a:noFill/>
          <a:ln w="19050">
            <a:solidFill>
              <a:srgbClr val="C9A97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434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NÁCAR &amp; LEDGER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Financiera y Operativa para los Pequeños Negocios de Providence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C7D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nacarledger@outlook.com   |   nacarledger.com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2026-07-14T17:00:57Z</dcterms:created>
  <dcterms:modified xsi:type="dcterms:W3CDTF">2026-07-14T17:00:57Z</dcterms:modified>
</cp:coreProperties>
</file>