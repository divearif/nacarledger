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85800"/>
            <a:ext cx="1371600" cy="1289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331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Negocio Paga Mi Hipoteca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2971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 Eso un Problema?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Real de Poner Tu Casa en los Libros de la Empresa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66360" y="4434840"/>
            <a:ext cx="1828800" cy="0"/>
          </a:xfrm>
          <a:prstGeom prst="line">
            <a:avLst/>
          </a:prstGeom>
          <a:noFill/>
          <a:ln w="19050">
            <a:solidFill>
              <a:srgbClr val="C9A9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práctica para dueños que pusieron una propiedad personal en los libros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7F9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  |  Consultoría Financiera y Operativa  |  Providence, 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502920" cy="0"/>
          </a:xfrm>
          <a:prstGeom prst="line">
            <a:avLst/>
          </a:prstGeom>
          <a:noFill/>
          <a:ln w="25400">
            <a:solidFill>
              <a:srgbClr val="8C7A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NOTA ANTES DE EMPEZAR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se ofrece únicamente con fines educativos generales y no constituye asesoría fiscal, legal, ni contable para ningún individuo o entidad en particular. El tratamiento de una propiedad personal transferida a un negocio, la asunción de hipotecas, y las distribuciones dependen en gran medida de los hechos y circunstancias específicas de cada situación — lo que aplica a un negocio puede no aplicar a otro.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en esta presentación debe reemplazar la consulta con un contador público certificado (CPA), asesor fiscal, o abogado calificado sobre tu situación específica. En Nácar &amp; Ledger con gusto podemos conversar sobre cómo estos temas podrían aplicar directamente a tu negocio.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EXISTE ESTA LISTA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Poner tu casa en los libros del negocio parece una formalidad — es tu negocio, es tu casa.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Deja de parecer una formalidad el día que un prestamista exige el pago total del préstamo, o un examinador pregunta quién es realmente el dueño de qué.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081F33"/>
          </a:solidFill>
          <a:ln w="9525">
            <a:solidFill>
              <a:srgbClr val="8C7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transacción real registrada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79476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IRS trata un activo agregado sin un asiento correspondiente como si nada legítimo hubiera ocurrido — el rastro documental simplemente no existe.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081F33"/>
          </a:solidFill>
          <a:ln w="9525">
            <a:solidFill>
              <a:srgbClr val="8C7A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de vencimiento anticipado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9160" y="379476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las hipotecas residenciales tienen una cláusula de vencimiento por venta — transferir la propiedad sin el consentimiento del prestamista puede hacer que se venza el saldo completo de inmediato.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081F33"/>
          </a:solidFill>
          <a:ln w="9525">
            <a:solidFill>
              <a:srgbClr val="8C7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Escudo de responsabilidad invertido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379476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entidad creada para proteger activos personales ahora expone ese mismo activo directamente a los acreedores del negocio — lo opuesto a para qué fue creada.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Aportación de Capital Registrada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aparece como un activo del negocio, pero no hay nada del otro lado del asiento — sin aportación de capital, sin préstamo, sin ninguna contraprestación.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casa del dueño y el negocio del dueño, así que la transferencia se siente como mover dinero entre dos bolsillos del mismo abrigo.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asiento correspondiente, no hay una base legítima para el activo en absoluto — todo lo que se construye encima, incluida la depreciación, no tiene sustento.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Ignorar la Cláusula de Vencimiento por Venta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hipoteca se traslada a los libros del negocio junto con la propiedad, sin avisar al prestamista ni obtener su consentimiento.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préstamo y la casa se sienten como un paquete — a nadie se le ocurre verificar si el prestamista tiene algo que decir al respecto.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las hipotecas residenciales pueden exigirse en su totalidad en el momento en que cambia el título sin consentimiento — una formalidad que solo importa hasta que el prestamista se da cuenta.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Tratar los Pagos de Hipoteca Como Gasto del Negocio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pagos mensuales de la hipoteca se registran como renta, costo de ocupación, o un gasto de negocio normal.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sale de la cuenta del negocio, así que se categoriza como cualquier otra factura saliente.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hipoteca personal pagada por el negocio es una distribución o compensación, no una deducción — registrarla como gasto infla los costos y oculta lo que el dueño realmente retiró.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Seguimiento de Base ni Depreciación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empieza a depreciar la propiedad como un activo fijo, usando cualquier número disponible en ese momento.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depreciación se siente como un paso estándar para cualquier activo en los libros, sin importar cómo llegó ahí.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depreciación reclamada sobre una base que nunca se estableció correctamente se revierte — con intereses — en el momento en que alguien se pregunte de dónde salió ese número.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Invertir el Escudo de Responsabilidad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activo que la entidad fue creada para proteger ahora está dentro de la entidad, expuesto a sus responsabilidades en lugar de protegido de ellas.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conecta “ponerlo en los libros por razones fiscales” con “ahora un acreedor del negocio puede alcanzarlo.”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demanda, una deuda incobrable, o una quiebra del negocio ahora alcanza un activo que se suponía intocable — la protección se pagó y luego se deshizo.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Documentación del Valor Justo de Mercado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se agrega a los libros con un número redondo, el precio de compra antiguo, o lo que pareció razonable — sin avalúo, sin valoración formal.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una valoración real se siente como un paso innecesario para una transferencia que ya se siente informal.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posterior — una venta, un refinanciamiento, la liquidación de un patrimonio, una auditoría — necesita un número que nadie puede realmente defender.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Activa Realmente Esta Trampa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transferencia de propiedad no documentada se resuelve de una de dos maneras — y una es mucho más costosa que la otra.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7F2EA"/>
          </a:solidFill>
          <a:ln w="12700">
            <a:solidFill>
              <a:srgbClr val="8C7A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 Mismo lo Deshaces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aportación o distribución se registra correctamente, la base se corrige, y el tema de la hipoteca se resuelve directamente con el prestamista.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51560" y="4343400"/>
            <a:ext cx="4434840" cy="0"/>
          </a:xfrm>
          <a:prstGeom prst="line">
            <a:avLst/>
          </a:prstGeom>
          <a:noFill/>
          <a:ln w="9525">
            <a:solidFill>
              <a:srgbClr val="8C7A5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51560" y="45262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8C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corrección ocurre en silencio, en tu propio calendario, antes de que alguien más empiece a preguntar.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7F2EA"/>
          </a:solidFill>
          <a:ln w="12700">
            <a:solidFill>
              <a:srgbClr val="B866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3317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Alguien Más lo Descubre Primero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75120" y="30632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prestamista descubre la transferencia durante un refinanciamiento o revisión y exige el pago total, o un examinador cuestiona una depreciación sin base detrás.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75120" y="4343400"/>
            <a:ext cx="4434840" cy="0"/>
          </a:xfrm>
          <a:prstGeom prst="line">
            <a:avLst/>
          </a:prstGeom>
          <a:noFill/>
          <a:ln w="9525">
            <a:solidFill>
              <a:srgbClr val="B8664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675120" y="45262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es una exigencia de pago inmediato, o ingreso reclasificado con multas e intereses — en el calendario de alguien más, no en el tuyo.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 Es Casi Siempre la Misma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" y="14264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 una transacción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aportación de capital o un préstamo documentado — nunca una transferencia silenciosa.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35624" y="14264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04088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 la hipoteca primero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0880" y="1920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las implicaciones de vencimiento por venta con el prestamista antes de mover algo.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30266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5448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Obtén una valoración real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5204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avalúo o base documentada al momento de la transferencia, no una suposición.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1089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35624" y="30266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04088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 bien los pagos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40880" y="35204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o compensación, no un gasto del negocio.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7091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46268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55448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Lleva base y depreciación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54480" y="5120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que la aportación esté registrada correctamente, de ahí en adelante.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7091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35624" y="46268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04088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Cuestiona si pertenece ahí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040880" y="5120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 la solución correcta es sacar el activo, no documentarlo mejor.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40080"/>
            <a:ext cx="1371600" cy="1289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2402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Resuélvelo Antes de que Alguien Más lo Haga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645920" y="31089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D8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transferencia bien documentada — o ninguna transferencia en absoluto — protege tanto el activo como la entidad que se suponía debía protegerlo desde el principio.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166360" y="4114800"/>
            <a:ext cx="1828800" cy="0"/>
          </a:xfrm>
          <a:prstGeom prst="line">
            <a:avLst/>
          </a:prstGeom>
          <a:noFill/>
          <a:ln w="19050">
            <a:solidFill>
              <a:srgbClr val="C9A97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434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NÁCAR &amp; LEDGER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Financiera y Operativa para los Pequeños Negocios de Providence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C7D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nacarledger@outlook.com   |   nacarledger.com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2026-07-14T17:00:57Z</dcterms:created>
  <dcterms:modified xsi:type="dcterms:W3CDTF">2026-07-14T17:00:57Z</dcterms:modified>
</cp:coreProperties>
</file>